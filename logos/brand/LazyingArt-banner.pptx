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dfb042462346a4" /><Relationship Type="http://schemas.openxmlformats.org/officeDocument/2006/relationships/extended-properties" Target="/docProps/app.xml" Id="R53832956d76f430a" /><Relationship Type="http://schemas.openxmlformats.org/officeDocument/2006/relationships/officeDocument" Target="/ppt/presentation.xml" Id="R0779c1a2fd3540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662cab1bd14a4a"/>
  </p:sldMasterIdLst>
  <p:notesMasterIdLst>
    <p:notesMasterId xmlns:r="http://schemas.openxmlformats.org/officeDocument/2006/relationships" r:id="R28ce04224e82456e"/>
  </p:notesMasterIdLst>
  <p:sldIdLst>
    <p:sldId xmlns:r="http://schemas.openxmlformats.org/officeDocument/2006/relationships" id="256" r:id="R1e67c019f7844dbc"/>
  </p:sldIdLst>
  <p:sldSz cx="9144000" cy="3429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b91832a4dba4e0d" /><Relationship Type="http://schemas.openxmlformats.org/officeDocument/2006/relationships/slideMaster" Target="/ppt/slideMasters/slideMaster1.xml" Id="R7c662cab1bd14a4a" /><Relationship Type="http://schemas.openxmlformats.org/officeDocument/2006/relationships/notesMaster" Target="/ppt/notesMasters/notesMaster1.xml" Id="R28ce04224e82456e" /><Relationship Type="http://schemas.openxmlformats.org/officeDocument/2006/relationships/presProps" Target="/ppt/presProps.xml" Id="R165f86f4101241ea" /><Relationship Type="http://schemas.openxmlformats.org/officeDocument/2006/relationships/tableStyles" Target="/ppt/tableStyles.xml" Id="R072cd2bce89741a1" /><Relationship Type="http://schemas.openxmlformats.org/officeDocument/2006/relationships/slide" Target="/ppt/slides/slide1.xml" Id="R1e67c019f7844d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87aa7b5c0948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a90027a02845b6" /><Relationship Type="http://schemas.openxmlformats.org/officeDocument/2006/relationships/notesMaster" Target="/ppt/notesMasters/notesMaster1.xml" Id="R215e19eb482f48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8623e6e6d44a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1dd4d36adc496a" /><Relationship Type="http://schemas.openxmlformats.org/officeDocument/2006/relationships/slideLayout" Target="/ppt/slideLayouts/slideLayout1.xml" Id="R740aae6372f940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0aae6372f940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10a6d5c14b4ddc" /><Relationship Type="http://schemas.openxmlformats.org/officeDocument/2006/relationships/image" Target="/ppt/media/image.png" Id="Raf92b54b53014621" /><Relationship Type="http://schemas.openxmlformats.org/officeDocument/2006/relationships/notesSlide" Target="/ppt/notesSlides/notesSlide1.xml" Id="R6ec9ec3aba8f4b9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92b54b53014621"/>
          <a:stretch xmlns:a="http://schemas.openxmlformats.org/drawingml/2006/main"/>
        </p:blipFill>
        <p:spPr>
          <a:xfrm xmlns:a="http://schemas.openxmlformats.org/drawingml/2006/main">
            <a:off x="152400" y="114300"/>
            <a:ext cx="3200400" cy="3200400"/>
          </a:xfrm>
          <a:prstGeom xmlns:a="http://schemas.openxmlformats.org/drawingml/2006/main" prst="rect">
            <a:avLst/>
          </a:prstGeom>
        </p:spPr>
      </p:pic>
      <p:sp>
        <p:nvSpPr>
          <p:cNvPr id="2" name="LazyingArt wordmark">
            <a:extLst xmlns:a="http://schemas.openxmlformats.org/drawingml/2006/main">
              <a:ext uri="{FF2B5EF4-FFF2-40B4-BE49-F238E27FC236}">
                <a16:creationId xmlns:a16="http://schemas.microsoft.com/office/drawing/2014/main" id="{E9A0F7CC-3FF0-48FD-80D6-78FDA805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742950"/>
            <a:ext cx="53530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800" b="0">
                <a:solidFill>
                  <a:srgbClr val="FFA3A0"/>
                </a:solidFill>
                <a:latin typeface="Arial"/>
                <a:ea typeface="Arial"/>
                <a:cs typeface="Arial"/>
              </a:defRPr>
            </a:pPr>
            <a:r>
              <a:rPr sz="8800" b="0">
                <a:solidFill>
                  <a:srgbClr val="FFA3A0"/>
                </a:solidFill>
                <a:latin typeface="Arial"/>
                <a:ea typeface="Arial"/>
                <a:cs typeface="Arial"/>
              </a:rPr>
              <a:t>LazyingArt</a:t>
            </a:r>
          </a:p>
        </p:txBody>
      </p:sp>
      <p:sp>
        <p:nvSpPr>
          <p:cNvPr id="3" name="Brand tagline">
            <a:extLst xmlns:a="http://schemas.openxmlformats.org/drawingml/2006/main">
              <a:ext uri="{FF2B5EF4-FFF2-40B4-BE49-F238E27FC236}">
                <a16:creationId xmlns:a16="http://schemas.microsoft.com/office/drawing/2014/main" id="{5B3C8D74-4EE4-4052-9B58-AC39F86D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95500"/>
            <a:ext cx="5353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Art of Lazying</a:t>
            </a:r>
          </a:p>
        </p:txBody>
      </p:sp>
    </p:spTree>
    <p:extLst>
      <p:ext uri="{BB962C8B-B14F-4D97-AF65-F5344CB8AC3E}">
        <p14:creationId xmlns:p14="http://schemas.microsoft.com/office/powerpoint/2010/main" val="3603932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2026-10-07T23:36:32.2990000Z</dcterms:created>
  <dcterms:modified xsi:type="dcterms:W3CDTF">2026-10-07T23:36:32.2990000Z</dcterms:modified>
</coreProperties>
</file>